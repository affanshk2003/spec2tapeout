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Spec2Tapeout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15087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Fully Automated RTL-to-GDS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2057400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 598 VLSI Design Automation  |  Mini Project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788920"/>
            <a:ext cx="1600200" cy="347472"/>
          </a:xfrm>
          <a:prstGeom prst="rect">
            <a:avLst/>
          </a:prstGeom>
          <a:solidFill>
            <a:srgbClr val="2E4A6B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deepseek-coder:6.7b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03120" y="2788920"/>
            <a:ext cx="160020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788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Yosys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0" y="2788920"/>
            <a:ext cx="1600200" cy="347472"/>
          </a:xfrm>
          <a:prstGeom prst="rect">
            <a:avLst/>
          </a:prstGeom>
          <a:solidFill>
            <a:srgbClr val="0D305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788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OpenROAD/ORFS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788920"/>
            <a:ext cx="1600200" cy="347472"/>
          </a:xfrm>
          <a:prstGeom prst="rect">
            <a:avLst/>
          </a:prstGeom>
          <a:solidFill>
            <a:srgbClr val="0A204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788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Sky130HD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0" y="2788920"/>
            <a:ext cx="1600200" cy="347472"/>
          </a:xfrm>
          <a:prstGeom prst="rect">
            <a:avLst/>
          </a:prstGeom>
          <a:solidFill>
            <a:srgbClr val="162B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788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Python Agents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Affan Akram Shaikh  •  Jamaluddin Arfi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3708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State University  |  Spring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4114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Key Fixes from Phase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GCD fallback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109728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RTL→ORFS directly; absolute staged paths; DESIGN_CONFIG env+make var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2296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 unmapped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0600" y="109728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Liberty-driven: dfflibmap + abc -liberty; ORFS re-synthesizes RTL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" y="173736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73736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83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retry loop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205740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iverilog stderr injected verbatim into next generation prompt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73736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73736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7830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SDC stub (no clock)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205740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SDC: create_clock, I/O delays, false paths, 3.5x margin for &lt;2ns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269748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69748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432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SIGILL crash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301752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SKIP_CTS_REPAIR_TIMING=1 + CTS_ARGS bypass of repair_clock_nets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9748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69748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7432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all N/A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301752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OpenROAD batch: estimate_parasitics + report_wns/tns/power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365760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65760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7033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not extracted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20040" y="397764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gds → openroad write_gds fallback; auto-copied to /workspace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657600"/>
            <a:ext cx="4297680" cy="84124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657600"/>
            <a:ext cx="54864" cy="8412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70332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TB fails -g2005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00600" y="397764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TB standard; compile -g2012 for SV, -g2005 for Verilog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— Unified rtl2gds.py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731520"/>
            <a:ext cx="1463040" cy="1234440"/>
          </a:xfrm>
          <a:prstGeom prst="rect">
            <a:avLst/>
          </a:prstGeom>
          <a:solidFill>
            <a:srgbClr val="0077B6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731520"/>
            <a:ext cx="1463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Spec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Testbench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731520"/>
            <a:ext cx="1828800" cy="1234440"/>
          </a:xfrm>
          <a:prstGeom prst="rect">
            <a:avLst/>
          </a:prstGeom>
          <a:solidFill>
            <a:srgbClr val="0D5986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731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Generation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(Ollama loop)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86200" y="731520"/>
            <a:ext cx="1828800" cy="1234440"/>
          </a:xfrm>
          <a:prstGeom prst="rect">
            <a:avLst/>
          </a:prstGeom>
          <a:solidFill>
            <a:srgbClr val="0A4070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731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(Yosys + .lib)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731520"/>
            <a:ext cx="1828800" cy="1234440"/>
          </a:xfrm>
          <a:prstGeom prst="rect">
            <a:avLst/>
          </a:prstGeom>
          <a:solidFill>
            <a:srgbClr val="082E55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0" y="73152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&amp; Route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(ORFS make)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01000" y="731520"/>
            <a:ext cx="1005840" cy="1234440"/>
          </a:xfrm>
          <a:prstGeom prst="rect">
            <a:avLst/>
          </a:prstGeom>
          <a:solidFill>
            <a:srgbClr val="0077B6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01000" y="731520"/>
            <a:ext cx="1005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645920" y="12252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12252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12252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12252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91640" y="2084832"/>
            <a:ext cx="1920240" cy="475488"/>
          </a:xfrm>
          <a:prstGeom prst="rect">
            <a:avLst/>
          </a:prstGeom>
          <a:solidFill>
            <a:srgbClr val="0D2440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2084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Error-guided retry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(iverilog → LLM)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2084832"/>
            <a:ext cx="1920240" cy="475488"/>
          </a:xfrm>
          <a:prstGeom prst="rect">
            <a:avLst/>
          </a:prstGeom>
          <a:solidFill>
            <a:srgbClr val="0D2440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084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 Liberty-driven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+ dfflibmap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15000" y="2084832"/>
            <a:ext cx="1920240" cy="475488"/>
          </a:xfrm>
          <a:prstGeom prst="rect">
            <a:avLst/>
          </a:prstGeom>
          <a:solidFill>
            <a:srgbClr val="0D2440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084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CTS bypass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headless metrics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" y="27432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→ /workspace/results/&lt;module&gt;/{gds/, odb/, reports/, rtl/, constraints/}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82880" y="3246120"/>
            <a:ext cx="8778240" cy="502920"/>
          </a:xfrm>
          <a:prstGeom prst="rect">
            <a:avLst/>
          </a:prstGeom>
          <a:solidFill>
            <a:srgbClr val="1A0A05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461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SLM Limitation: deepseek-coder:6.7b running locally via Ollama — sufficient for simple FSMs (p1) and small pipelines (p5, p7), but struggles with complex parametric arithmetic (p8 fp16, p9 FIR). A larger cloud model (34b+) would improve p8/p9 success rate.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58768"/>
            <a:ext cx="1920240" cy="114300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950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7200" y="44988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GDS complete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51760" y="3858768"/>
            <a:ext cx="1920240" cy="114300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51760" y="3950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651760" y="44988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retry max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858768"/>
            <a:ext cx="1920240" cy="114300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950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846320" y="44988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ORFS stages (p1)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40880" y="3858768"/>
            <a:ext cx="1920240" cy="114300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40880" y="39502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2,700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040880" y="44988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All 5 Problems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8814816" cy="1024128"/>
          </a:xfrm>
          <a:prstGeom prst="rect">
            <a:avLst/>
          </a:prstGeom>
          <a:solidFill>
            <a:srgbClr val="0A2A18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49808"/>
            <a:ext cx="73152" cy="10241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seq_detector_0011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 •  Sky130HD  •  Spec: 1.1ns → SDC: 3.85ns (3.5×)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7955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10241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+1.76 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85232" y="7955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85232" y="10241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98464" y="7955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98464" y="10241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µm²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11696" y="7955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11696" y="10241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24928" y="7955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24928" y="10241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KB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79552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1024128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1901952"/>
            <a:ext cx="8814816" cy="914400"/>
          </a:xfrm>
          <a:prstGeom prst="rect">
            <a:avLst/>
          </a:prstGeom>
          <a:solidFill>
            <a:srgbClr val="0A2020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4592" y="1901952"/>
            <a:ext cx="73152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947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dot_product  (N=8, WIDTH=8 pipelined)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" y="2240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 •  Spec: 4.5ns → SDC: 9.0ns (2×)  •  8× signed multipliers + adder tree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194767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2167128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~+0.8 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96128" y="194767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96128" y="2167128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54496" y="194767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54496" y="2167128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~900 µm²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12864" y="194767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12864" y="2167128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71232" y="194767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71232" y="2167128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29600" y="1947672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2167128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4592" y="2944368"/>
            <a:ext cx="8814816" cy="914400"/>
          </a:xfrm>
          <a:prstGeom prst="rect">
            <a:avLst/>
          </a:prstGeom>
          <a:solidFill>
            <a:srgbClr val="0A2020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64592" y="2944368"/>
            <a:ext cx="73152" cy="9144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9900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— exp_fixed_point  (WIDTH=8, 2-stage pipeline)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0040" y="32826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 •  Spec: 4.5ns → SDC: 9.0ns (2×)  •  Taylor series e^x ≈ 1+x+x²/2+x³/6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299008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3209544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~+1.0 ns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596128" y="299008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96128" y="3209544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54496" y="299008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54496" y="3209544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~350 µm²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912864" y="299008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12864" y="3209544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571232" y="299008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571232" y="3209544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229600" y="2990088"/>
            <a:ext cx="6217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229600" y="3209544"/>
            <a:ext cx="621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64592" y="3986784"/>
            <a:ext cx="4297680" cy="896112"/>
          </a:xfrm>
          <a:prstGeom prst="rect">
            <a:avLst/>
          </a:prstGeom>
          <a:solidFill>
            <a:srgbClr val="2A0A10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64592" y="3986784"/>
            <a:ext cx="73152" cy="8961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— fp16_multiplier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20040" y="43068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RTL gen failed  •  Spec: 9.0ns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0040" y="4544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FP mantissa/exp logic too complex for 6.7b model at 50 retries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81728" y="3986784"/>
            <a:ext cx="4297680" cy="896112"/>
          </a:xfrm>
          <a:prstGeom prst="rect">
            <a:avLst/>
          </a:prstGeom>
          <a:solidFill>
            <a:srgbClr val="2A0A10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81728" y="3986784"/>
            <a:ext cx="73152" cy="8961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28032" y="403250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— fir_filter  (N=8, WIDTH=16)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828032" y="43068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RTL gen failed  •  Spec: 8.0ns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28032" y="45445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[N-1:0][WIDTH-1:0] packed taps +  in port width exceed 6.7b capacity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seq_detector_0011: Full Metrics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731520"/>
            <a:ext cx="1353312" cy="548640"/>
          </a:xfrm>
          <a:prstGeom prst="rect">
            <a:avLst/>
          </a:prstGeom>
          <a:solidFill>
            <a:srgbClr val="062A18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498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1_synth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" y="9784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64208" y="731520"/>
            <a:ext cx="1353312" cy="548640"/>
          </a:xfrm>
          <a:prstGeom prst="rect">
            <a:avLst/>
          </a:prstGeom>
          <a:solidFill>
            <a:srgbClr val="062A18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7498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2_floor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64208" y="9784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45536" y="731520"/>
            <a:ext cx="1353312" cy="548640"/>
          </a:xfrm>
          <a:prstGeom prst="rect">
            <a:avLst/>
          </a:prstGeom>
          <a:solidFill>
            <a:srgbClr val="062A18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7498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3_place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45536" y="9784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26864" y="731520"/>
            <a:ext cx="1353312" cy="548640"/>
          </a:xfrm>
          <a:prstGeom prst="rect">
            <a:avLst/>
          </a:prstGeom>
          <a:solidFill>
            <a:srgbClr val="062A18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7498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4_cts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9784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✓*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08192" y="731520"/>
            <a:ext cx="1353312" cy="548640"/>
          </a:xfrm>
          <a:prstGeom prst="rect">
            <a:avLst/>
          </a:prstGeom>
          <a:solidFill>
            <a:srgbClr val="062A18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7498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5_route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08192" y="9784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89520" y="731520"/>
            <a:ext cx="1353312" cy="548640"/>
          </a:xfrm>
          <a:prstGeom prst="rect">
            <a:avLst/>
          </a:prstGeom>
          <a:solidFill>
            <a:srgbClr val="062A18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7498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6_final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978408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" y="137160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CTS bypass: SKIP_CTS_REPAIR_TIMING=1 prevents SIGILL in repair_clock_nets — timing already met at placement (WNS=+1.76ns)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" y="1755648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18105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181051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+1.76 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108960" y="18105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Timing met (SDC=3.85ns, spec=1.1ns)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1755648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18105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181051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 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89520" y="1810512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setup/hold violations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82880" y="2505456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00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area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20240" y="2560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µm²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10896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logic cells (4 DFFs + 1 AND + 1 INV)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505456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006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25603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89520" y="25603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core util floorplan — generous die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3255264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0040" y="3310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cells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331012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108960" y="33101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 FSM: states S0–S3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3255264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00600" y="331012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cells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331012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89520" y="33101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fill + 14 tap + 12 logic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82880" y="4005072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20040" y="40599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GDS size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920240" y="405993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 KB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108960" y="405993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6_final.gds via make gds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4005072"/>
            <a:ext cx="4297680" cy="658368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00600" y="405993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ORFS stages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0" y="405993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89520" y="4059936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stages completed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Limitation — Why p8 &amp; p9 Failed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4297680" cy="4206240"/>
          </a:xfrm>
          <a:prstGeom prst="rect">
            <a:avLst/>
          </a:prstGeom>
          <a:solidFill>
            <a:srgbClr val="0A2018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49808"/>
            <a:ext cx="4297680" cy="384048"/>
          </a:xfrm>
          <a:prstGeom prst="rect">
            <a:avLst/>
          </a:prstGeom>
          <a:solidFill>
            <a:srgbClr val="124030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49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— deepseek-coder:6.7b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seq_detector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Verilog-2005 FSM, plain testbench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packed arrays → passes on attempt 1–5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— dot_product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Pipelined multiply-accumulate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ports detected → -g2012 compile + sig injection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3101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 — exp_fixed_point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358444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Fixed-point Taylor series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D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packed input, clear spec signature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749808"/>
            <a:ext cx="4297680" cy="4206240"/>
          </a:xfrm>
          <a:prstGeom prst="rect">
            <a:avLst/>
          </a:prstGeom>
          <a:solidFill>
            <a:srgbClr val="2A0A10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749808"/>
            <a:ext cx="4297680" cy="384048"/>
          </a:xfrm>
          <a:prstGeom prst="rect">
            <a:avLst/>
          </a:prstGeom>
          <a:solidFill>
            <a:srgbClr val="401222"/>
          </a:solidFill>
          <a:ln w="1016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7498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Fails — 50 retries exhausted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8032" y="12618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 — fp16_multiplier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153619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IEEE 754: sign + 5-bit exp + 10-bit mantissa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Rounding-to-nearest-even + zero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generates structurally wrong FP logic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8032" y="30906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 — fir_filter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336499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(N) in output port width declaration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Packed taps [N-1:0][WIDTH-1:0] with parametric 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0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cannot flatten consistently in 50 attempts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4592" y="4681728"/>
            <a:ext cx="8814816" cy="347472"/>
          </a:xfrm>
          <a:prstGeom prst="rect">
            <a:avLst/>
          </a:prstGeom>
          <a:solidFill>
            <a:srgbClr val="1A1A08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4681728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deepseek-coder:33b or CodeLlama:34b for p8/p9, OR provide a handwritten RTL template that the agent verifies and parameterises.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&amp;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749808"/>
            <a:ext cx="4315968" cy="18745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749808"/>
            <a:ext cx="4315968" cy="347472"/>
          </a:xfrm>
          <a:prstGeom prst="rect">
            <a:avLst/>
          </a:prstGeom>
          <a:solidFill>
            <a:srgbClr val="1A2744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49808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17043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generation from YAML spec (primary use)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62763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interpretation: iverilog stderr → next prompt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54864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08483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tool: Claude used for all agent debugging, ORFS fixes, report writing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49808"/>
            <a:ext cx="4315968" cy="18745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49808"/>
            <a:ext cx="4315968" cy="347472"/>
          </a:xfrm>
          <a:prstGeom prst="rect">
            <a:avLst/>
          </a:prstGeom>
          <a:solidFill>
            <a:srgbClr val="1A2744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749808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Works Well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73168" y="1188720"/>
            <a:ext cx="54864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17043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FSMs &amp; sequential logic → p1 passes attempt 1–5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73168" y="1645920"/>
            <a:ext cx="54864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62763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Pipelined arithmetic (dot product, exp) → p5/p7 succeed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73168" y="2103120"/>
            <a:ext cx="54864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208483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scaffolding, regex parsers, subprocess patterns generated correctly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4592" y="2779776"/>
            <a:ext cx="4315968" cy="18745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64592" y="2779776"/>
            <a:ext cx="4315968" cy="347472"/>
          </a:xfrm>
          <a:prstGeom prst="rect">
            <a:avLst/>
          </a:prstGeom>
          <a:solidFill>
            <a:srgbClr val="1A2744"/>
          </a:solidFill>
          <a:ln w="10160">
            <a:solidFill>
              <a:srgbClr val="EF47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2779776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Fails (6.7b SLM)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218688"/>
            <a:ext cx="54864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2004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754 FP logic (p8): generates structurally wrong mantissa handling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675888"/>
            <a:ext cx="54864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" y="36576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FIR (p9):  in port width + packed tap arrays exceed model capacity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133088"/>
            <a:ext cx="54864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41148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ORFS internals: config.mk variables, make targets — knowledge outdated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779776"/>
            <a:ext cx="4315968" cy="18745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779776"/>
            <a:ext cx="4315968" cy="347472"/>
          </a:xfrm>
          <a:prstGeom prst="rect">
            <a:avLst/>
          </a:prstGeom>
          <a:solidFill>
            <a:srgbClr val="1A2744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779776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Intervention Required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73168" y="3218688"/>
            <a:ext cx="54864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2004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SIGILL: needed to read cts.tcl source to find the crashing 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73168" y="3675888"/>
            <a:ext cx="54864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36576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PDN-0185: required understanding met4 strap geometry to fix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4133088"/>
            <a:ext cx="54864" cy="2560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01184" y="411480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ORFS make variable names verified against actual Makefile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64592" y="4663440"/>
            <a:ext cx="8814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A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AI dramatically accelerates iteration (2,700-line pipeline in 2 weeks) but domain knowledge remains essential — every ORFS fix required understanding what the tool actually does.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Delivered — Phase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p1 complete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987552"/>
            <a:ext cx="5989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seq_detector_0011 → RTL → Yosys → ORFS → GDS  |  WNS +1.76ns, 188µm², 17% util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27048"/>
            <a:ext cx="8595360" cy="5029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27048"/>
            <a:ext cx="64008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p5 complete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5989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dot_product (N=8) → pipelined MAC → GDS  |  WNS ~+0.8ns, ~900µm²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93976"/>
            <a:ext cx="8595360" cy="5029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93976"/>
            <a:ext cx="64008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21408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p7 complete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121408"/>
            <a:ext cx="5989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exp_fixed_point (2-stage Taylor) → GDS  |  WNS ~+1.0ns, ~350µm²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60904"/>
            <a:ext cx="8595360" cy="5029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60904"/>
            <a:ext cx="64008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88336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p8 failed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2688336"/>
            <a:ext cx="5989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fp16_multiplier — IEEE 754 FP too complex for deepseek-coder:6.7b (50 retries)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227832"/>
            <a:ext cx="8595360" cy="5029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27832"/>
            <a:ext cx="64008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55264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p9 failed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3255264"/>
            <a:ext cx="5989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fir_filter —  port width + packed taps exceed 6.7b local SLM capacity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94760"/>
            <a:ext cx="64008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22192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 bugs fixed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3822192"/>
            <a:ext cx="5989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GCD fallback, CTS SIGILL, metrics N/A, SV TB, SDC, PDN — all resolved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361688"/>
            <a:ext cx="8595360" cy="502920"/>
          </a:xfrm>
          <a:prstGeom prst="rect">
            <a:avLst/>
          </a:prstGeom>
          <a:solidFill>
            <a:srgbClr val="1A2744"/>
          </a:solidFill>
          <a:ln w="381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361688"/>
            <a:ext cx="64008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89120"/>
            <a:ext cx="22860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Unified pipeline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4389120"/>
            <a:ext cx="59893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rtl2gds.py (2,700 lines) — single command, full results tree to /workspace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Affan Akram Shaikh  •  Jamaluddin Arfi  •  Arizona State University  • 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Spec2Tapeout Phase 3</dc:title>
  <dc:subject>PptxGenJS Presentation</dc:subject>
  <dc:creator>Affan Akram Shaikh</dc:creator>
  <cp:lastModifiedBy>Affan Akram Shaikh</cp:lastModifiedBy>
  <cp:revision>1</cp:revision>
  <dcterms:created xsi:type="dcterms:W3CDTF">2026-04-28T04:26:23Z</dcterms:created>
  <dcterms:modified xsi:type="dcterms:W3CDTF">2026-04-28T04:26:23Z</dcterms:modified>
</cp:coreProperties>
</file>